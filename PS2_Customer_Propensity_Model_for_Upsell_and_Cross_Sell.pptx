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The Problem Realized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Most companies today rely on traditional propensity models that answer only one question:</a:t>
            </a:r>
          </a:p>
          <a:p>
            <a:pPr>
              <a:defRPr sz="1400"/>
            </a:pPr>
            <a:r>
              <a:t>“Who is most likely to buy?”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At first glance, this seems correct. But the deeper we analyzed the problem, the more we realized that high conversion probability does not necessarily mean high business value.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For example:</a:t>
            </a:r>
          </a:p>
          <a:p>
            <a:pPr>
              <a:defRPr sz="1400"/>
            </a:pPr>
            <a:r>
              <a:t>• Some users would purchase even without marketing intervention.</a:t>
            </a:r>
          </a:p>
          <a:p>
            <a:pPr>
              <a:defRPr sz="1400"/>
            </a:pPr>
            <a:r>
              <a:t>• Some users respond only when offered heavy discounts, damaging long-term profitability.</a:t>
            </a:r>
          </a:p>
          <a:p>
            <a:pPr>
              <a:defRPr sz="1400"/>
            </a:pPr>
            <a:r>
              <a:t>• Some users become over-targeted, leading to campaign fatigue and declining trust.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This revealed a major flaw in traditional systems:</a:t>
            </a:r>
          </a:p>
          <a:p>
            <a:pPr>
              <a:defRPr sz="1400"/>
            </a:pPr>
            <a:r>
              <a:t>they optimize for short-term conversion metrics while ignoring long-term economic sustainability.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So we reframed the problem entirely.</a:t>
            </a:r>
          </a:p>
          <a:p>
            <a:pPr>
              <a:defRPr sz="1400"/>
            </a:pPr>
            <a:r>
              <a:t>Instead of building a model that predicts behavior, we decided to build a system that intelligently allocates marketing capital where it creates the highest incremental business impact.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9144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/>
            </a:pPr>
            <a:r>
              <a:t>TEAM - Sanskriti</a:t>
            </a:r>
          </a:p>
          <a:p>
            <a:pPr>
              <a:defRPr sz="900"/>
            </a:pPr>
            <a:r>
              <a:t>PS 2: Customer Propensity Model for Upsell &amp; Cross-Sell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/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Approach to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To solve this, we designed a ‘Continuously Audited Economic Policy System’ built on three intelligent layers.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Layer 1: Intent Engine</a:t>
            </a:r>
          </a:p>
          <a:p>
            <a:pPr>
              <a:defRPr sz="1400"/>
            </a:pPr>
            <a:r>
              <a:t>The first layer predicts baseline purchase intent using historical behavioral signals such as recency, frequency, engagement intensity, and trend acceleration.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Layer 2: Uplift Engine</a:t>
            </a:r>
          </a:p>
          <a:p>
            <a:pPr>
              <a:defRPr sz="1400"/>
            </a:pPr>
            <a:r>
              <a:t>Instead of targeting everyone with high intent, this layer estimates true persuadability — whether a marketing intervention can actually change user behavior.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To avoid bias and market blindness, the system uses probabilistic exploration decay, ensuring even low-activity and high-activity users retain limited experimentation exposure.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Layer 3: Economic Policy Layer</a:t>
            </a:r>
          </a:p>
          <a:p>
            <a:pPr>
              <a:defRPr sz="1400"/>
            </a:pPr>
            <a:r>
              <a:t>This final layer evaluates every intervention economically.</a:t>
            </a:r>
          </a:p>
          <a:p>
            <a:pPr>
              <a:defRPr sz="1400"/>
            </a:pPr>
            <a:r>
              <a:t>It considers:</a:t>
            </a:r>
          </a:p>
          <a:p>
            <a:pPr>
              <a:defRPr sz="1400"/>
            </a:pPr>
            <a:r>
              <a:t>• expected profit,</a:t>
            </a:r>
          </a:p>
          <a:p>
            <a:pPr>
              <a:defRPr sz="1400"/>
            </a:pPr>
            <a:r>
              <a:t>• customer fatigue,</a:t>
            </a:r>
          </a:p>
          <a:p>
            <a:pPr>
              <a:defRPr sz="1400"/>
            </a:pPr>
            <a:r>
              <a:t>• discount dependency,</a:t>
            </a:r>
          </a:p>
          <a:p>
            <a:pPr>
              <a:defRPr sz="1400"/>
            </a:pPr>
            <a:r>
              <a:t>• long-term lifetime value.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The final optimization target is not conversion probability — it is Expected Net Incremental Profit (ENIP).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We recognized that the biggest risk in production AI systems is not prediction accuracy — it is feedback-loop contamination.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Once a model starts influencing decisions, future customer behavior becomes biased by the model’s own actions.</a:t>
            </a:r>
          </a:p>
          <a:p>
            <a:pPr>
              <a:defRPr sz="1400"/>
            </a:pPr>
            <a:r>
              <a:t>To solve this, we introduced a Counterfactual Decision Ledger.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Every marketing decision is logged with:</a:t>
            </a:r>
          </a:p>
          <a:p>
            <a:pPr>
              <a:defRPr sz="1400"/>
            </a:pPr>
            <a:r>
              <a:t>• model confidence,</a:t>
            </a:r>
          </a:p>
          <a:p>
            <a:pPr>
              <a:defRPr sz="1400"/>
            </a:pPr>
            <a:r>
              <a:t>• intervention served,</a:t>
            </a:r>
          </a:p>
          <a:p>
            <a:pPr>
              <a:defRPr sz="1400"/>
            </a:pPr>
            <a:r>
              <a:t>• alternative actions rejected,</a:t>
            </a:r>
          </a:p>
          <a:p>
            <a:pPr>
              <a:defRPr sz="1400"/>
            </a:pPr>
            <a:r>
              <a:t>• observed business outcome.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This creates a continuously auditable learning system that adapts safely over time.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Deployment follows a cautious governance-first roadmap:</a:t>
            </a:r>
          </a:p>
          <a:p>
            <a:pPr>
              <a:defRPr sz="1400"/>
            </a:pPr>
            <a:r>
              <a:t>1. Shadow mode validation</a:t>
            </a:r>
          </a:p>
          <a:p>
            <a:pPr>
              <a:defRPr sz="1400"/>
            </a:pPr>
            <a:r>
              <a:t>2. Human-in-the-loop replay</a:t>
            </a:r>
          </a:p>
          <a:p>
            <a:pPr>
              <a:defRPr sz="1400"/>
            </a:pPr>
            <a:r>
              <a:t>3. Controlled rollout on low-risk cohorts</a:t>
            </a:r>
          </a:p>
          <a:p>
            <a:pPr>
              <a:defRPr sz="1400"/>
            </a:pPr>
            <a:r>
              <a:t>4. Full policy-based automation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Business Outcome:</a:t>
            </a:r>
          </a:p>
          <a:p>
            <a:pPr>
              <a:defRPr sz="1400"/>
            </a:pPr>
            <a:r>
              <a:t>The final system transforms marketing from a reactive campaign engine into a financially governed, self-correcting enterprise decision platform capable of maximizing long-term profitability while protecting customer trust and brand value.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9144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/>
            </a:pPr>
            <a:r>
              <a:t>TEAM - Sanskriti</a:t>
            </a:r>
          </a:p>
          <a:p>
            <a:pPr>
              <a:defRPr sz="900"/>
            </a:pPr>
            <a:r>
              <a:t>PS 2: Customer Propensity Model for Upsell &amp; Cross-Sell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/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/>
            </a:pPr>
            <a:r>
              <a:t>Appendix — Alternative Brute Force Approaches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Before finalizing the proposed architecture, several traditional approaches were evaluated: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1. Pure Rule-Based Campaign Targeting</a:t>
            </a:r>
          </a:p>
          <a:p>
            <a:pPr>
              <a:defRPr sz="1400"/>
            </a:pPr>
            <a:r>
              <a:t>   - Static segmentation based on thresholds such as last purchase date or total spend.</a:t>
            </a:r>
          </a:p>
          <a:p>
            <a:pPr>
              <a:defRPr sz="1400"/>
            </a:pPr>
            <a:r>
              <a:t>   - Fails to adapt to changing user behavior and market conditions.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2. Traditional Propensity-Only Models</a:t>
            </a:r>
          </a:p>
          <a:p>
            <a:pPr>
              <a:defRPr sz="1400"/>
            </a:pPr>
            <a:r>
              <a:t>   - Optimizes only for conversion probability.</a:t>
            </a:r>
          </a:p>
          <a:p>
            <a:pPr>
              <a:defRPr sz="1400"/>
            </a:pPr>
            <a:r>
              <a:t>   - Often wastes budget on users who would convert organically.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3. Continuous Blanket A/B Testing</a:t>
            </a:r>
          </a:p>
          <a:p>
            <a:pPr>
              <a:defRPr sz="1400"/>
            </a:pPr>
            <a:r>
              <a:t>   - Creates unnecessary revenue loss through permanent holdout groups.</a:t>
            </a:r>
          </a:p>
          <a:p>
            <a:pPr>
              <a:defRPr sz="1400"/>
            </a:pPr>
            <a:r>
              <a:t>   - Statistically inefficient across low-value cohorts.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4. End-to-End Deep Learning Systems</a:t>
            </a:r>
          </a:p>
          <a:p>
            <a:pPr>
              <a:defRPr sz="1400"/>
            </a:pPr>
            <a:r>
              <a:t>   - Operationally expensive and difficult to explain.</a:t>
            </a:r>
          </a:p>
          <a:p>
            <a:pPr>
              <a:defRPr sz="1400"/>
            </a:pPr>
            <a:r>
              <a:t>   - Vulnerable to behavioral drift and deployment instability.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These limitations motivated the design of a controlled, economically governed, causally aware decision system.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9144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/>
            </a:pPr>
            <a:r>
              <a:t>TEAM - Sanskriti</a:t>
            </a:r>
          </a:p>
          <a:p>
            <a:pPr>
              <a:defRPr sz="900"/>
            </a:pPr>
            <a:r>
              <a:t>PS 2: Customer Propensity Model for Upsell &amp; Cross-Sell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/>
            </a:pPr>
            <a: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